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6" r:id="rId4"/>
    <p:sldId id="263" r:id="rId5"/>
    <p:sldId id="265" r:id="rId6"/>
  </p:sldIdLst>
  <p:sldSz cx="24384000" cy="13716000"/>
  <p:notesSz cx="6858000" cy="9144000"/>
  <p:defaultTextStyle>
    <a:defPPr>
      <a:defRPr lang="en-US"/>
    </a:defPPr>
    <a:lvl1pPr algn="l" defTabSz="91437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914378" algn="l" defTabSz="91437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1828754" algn="l" defTabSz="91437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2743132" algn="l" defTabSz="91437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3657508" algn="l" defTabSz="914378" rtl="0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4571886" algn="l" defTabSz="1828754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5486262" algn="l" defTabSz="1828754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6400640" algn="l" defTabSz="1828754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7315018" algn="l" defTabSz="1828754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798" y="12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42A31-A12B-1DDF-E4F4-464871D02F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F7788-9602-BC78-C327-698FB9775F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0CF780B-EB90-4248-9BA8-3169EB0357F9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77F0C-923F-914C-0A6E-3BDEC158AA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15F46-0CEE-8AC9-91EE-8C6208CC60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58795E2-1983-4192-BFFC-0E1D790A06B9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68AABE-DEB8-3126-74DD-C75CE4486D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8A61A-8C29-61AA-9618-EE974C5031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84E5817-0AB2-4D70-B73F-900A99324A4A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74CCACD-813C-0289-47CF-475BDF81D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E09BFC7-8D4E-EB93-6307-1BE0A962A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 noProof="0"/>
              <a:t>Click to edit Master text styles</a:t>
            </a:r>
          </a:p>
          <a:p>
            <a:pPr lvl="1"/>
            <a:r>
              <a:rPr lang="sl-SI" noProof="0"/>
              <a:t>Second level</a:t>
            </a:r>
          </a:p>
          <a:p>
            <a:pPr lvl="2"/>
            <a:r>
              <a:rPr lang="sl-SI" noProof="0"/>
              <a:t>Third level</a:t>
            </a:r>
          </a:p>
          <a:p>
            <a:pPr lvl="3"/>
            <a:r>
              <a:rPr lang="sl-SI" noProof="0"/>
              <a:t>Fourth level</a:t>
            </a:r>
          </a:p>
          <a:p>
            <a:pPr lvl="4"/>
            <a:r>
              <a:rPr lang="sl-SI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87B9A-E387-C2A5-6F27-208FA4D1D8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C5D22-0CD5-CE92-9B48-AC46DAEFE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0E7E851-C8A5-44CE-AA30-9F888AD2F04E}" type="slidenum">
              <a:rPr lang="en-US" altLang="sl-SI"/>
              <a:pPr/>
              <a:t>‹#›</a:t>
            </a:fld>
            <a:endParaRPr lang="en-US" altLang="sl-S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914378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914378" algn="l" defTabSz="914378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2pPr>
    <a:lvl3pPr marL="1828754" algn="l" defTabSz="914378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3pPr>
    <a:lvl4pPr marL="2743132" algn="l" defTabSz="914378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4pPr>
    <a:lvl5pPr marL="3657508" algn="l" defTabSz="914378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5pPr>
    <a:lvl6pPr marL="4571886" algn="l" defTabSz="91437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262" algn="l" defTabSz="91437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640" algn="l" defTabSz="91437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018" algn="l" defTabSz="91437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73519767-D4CA-81BF-22D4-5503F0D89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D6E4E881-D700-CC12-ED89-316AD5F21B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sl-SI" altLang="sl-SI" dirty="0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09F2EC5-5B4B-91F9-1324-28D6B7AE2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A33D5D5-749E-484F-BE99-8B79F074E65C}" type="slidenum">
              <a:rPr lang="en-US" altLang="sl-SI" sz="1200"/>
              <a:pPr eaLnBrk="1" hangingPunct="1"/>
              <a:t>1</a:t>
            </a:fld>
            <a:endParaRPr lang="en-US" altLang="sl-SI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4260857"/>
            <a:ext cx="207264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7772400"/>
            <a:ext cx="170688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7AC16-FE40-5A8D-36C8-B9506B41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128BEA-BF40-461D-89EF-82777BA3625D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C464C-392A-B2D7-8A72-7C18D4FD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E5A6F-A13E-7C35-48EE-7A02888A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0D368-7834-4F45-967A-6CDBACA43380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427562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83363-EAB0-97BD-90E5-0A3C242B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0C4D9F-B38F-482B-999A-C0936EBFCA88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F313-EB4E-AF79-C059-F8746C61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64913-1CEE-417F-6BE2-B1705330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D5E2B-F340-4A2F-9FFC-B01D9D231C98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15897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168" y="8813803"/>
            <a:ext cx="207264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6168" y="5813427"/>
            <a:ext cx="207264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378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5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132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508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88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262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64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018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71E10-17D8-D63C-BB9C-E0E0939F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CB3242-B4C9-4B76-A43B-60C3E8E06D7C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0C89-FAE8-06CC-2448-094FAB0B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BCC72-E058-9B25-B130-0B34F52C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71CB2-2754-4729-B968-FD53F3410167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250597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3200403"/>
            <a:ext cx="107696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5200" y="3200403"/>
            <a:ext cx="107696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E47D53-F31F-B6EF-6421-9D06CE93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344EDF-A070-45B0-A07D-336673D247CA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3046B9-E0D5-48B8-1AA9-DEC995FF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8F2FFF-29AB-D510-17AF-94A9A7FA0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36B72-7579-4F17-8CD2-6B64C3F2D08D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154863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1" y="3070227"/>
            <a:ext cx="10773834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78" indent="0">
              <a:buNone/>
              <a:defRPr sz="4000" b="1"/>
            </a:lvl2pPr>
            <a:lvl3pPr marL="1828754" indent="0">
              <a:buNone/>
              <a:defRPr sz="3600" b="1"/>
            </a:lvl3pPr>
            <a:lvl4pPr marL="2743132" indent="0">
              <a:buNone/>
              <a:defRPr sz="3200" b="1"/>
            </a:lvl4pPr>
            <a:lvl5pPr marL="3657508" indent="0">
              <a:buNone/>
              <a:defRPr sz="3200" b="1"/>
            </a:lvl5pPr>
            <a:lvl6pPr marL="4571886" indent="0">
              <a:buNone/>
              <a:defRPr sz="3200" b="1"/>
            </a:lvl6pPr>
            <a:lvl7pPr marL="5486262" indent="0">
              <a:buNone/>
              <a:defRPr sz="3200" b="1"/>
            </a:lvl7pPr>
            <a:lvl8pPr marL="6400640" indent="0">
              <a:buNone/>
              <a:defRPr sz="3200" b="1"/>
            </a:lvl8pPr>
            <a:lvl9pPr marL="7315018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1" y="4349750"/>
            <a:ext cx="10773834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6739" y="3070227"/>
            <a:ext cx="10778066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78" indent="0">
              <a:buNone/>
              <a:defRPr sz="4000" b="1"/>
            </a:lvl2pPr>
            <a:lvl3pPr marL="1828754" indent="0">
              <a:buNone/>
              <a:defRPr sz="3600" b="1"/>
            </a:lvl3pPr>
            <a:lvl4pPr marL="2743132" indent="0">
              <a:buNone/>
              <a:defRPr sz="3200" b="1"/>
            </a:lvl4pPr>
            <a:lvl5pPr marL="3657508" indent="0">
              <a:buNone/>
              <a:defRPr sz="3200" b="1"/>
            </a:lvl5pPr>
            <a:lvl6pPr marL="4571886" indent="0">
              <a:buNone/>
              <a:defRPr sz="3200" b="1"/>
            </a:lvl6pPr>
            <a:lvl7pPr marL="5486262" indent="0">
              <a:buNone/>
              <a:defRPr sz="3200" b="1"/>
            </a:lvl7pPr>
            <a:lvl8pPr marL="6400640" indent="0">
              <a:buNone/>
              <a:defRPr sz="3200" b="1"/>
            </a:lvl8pPr>
            <a:lvl9pPr marL="7315018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6739" y="4349750"/>
            <a:ext cx="1077806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05F654C-80B9-31CC-0074-A46BD8CB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EC7097-9BD9-45A7-9C0A-4A5E66622C18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A8E709F-80F3-948F-FEA8-23550BE3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EAEF4B-0CB7-257C-39C9-094BBA7C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FAEC4-012F-40EF-9F92-62DE5576F71B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408358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55B53DB-3CED-D7E9-1BF0-B578D5C02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99BE51-9AA1-4C4C-B5C3-744D2B98811B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33EDE7-917A-BB1F-F875-44F1ACAE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0AD61F-C268-800D-285A-1DCA0211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1E63F-5AAD-4EE4-B720-B32484E9BD21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409989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7BC99D-C9C7-EC6A-A254-1DFE9E97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4F58A5-747F-45B4-9DFB-EC1B1E5DD9C4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DF2219-F73C-5690-2FC6-2C1D0D35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B02A9-4145-76D3-CFB4-5658610F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0899D-E60C-4663-9E7B-B1B97408CEA0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244155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4" y="546099"/>
            <a:ext cx="8022168" cy="2324102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3467" y="546107"/>
            <a:ext cx="13631334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4" y="2870205"/>
            <a:ext cx="8022168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378" indent="0">
              <a:buNone/>
              <a:defRPr sz="2400"/>
            </a:lvl2pPr>
            <a:lvl3pPr marL="1828754" indent="0">
              <a:buNone/>
              <a:defRPr sz="2000"/>
            </a:lvl3pPr>
            <a:lvl4pPr marL="2743132" indent="0">
              <a:buNone/>
              <a:defRPr sz="1800"/>
            </a:lvl4pPr>
            <a:lvl5pPr marL="3657508" indent="0">
              <a:buNone/>
              <a:defRPr sz="1800"/>
            </a:lvl5pPr>
            <a:lvl6pPr marL="4571886" indent="0">
              <a:buNone/>
              <a:defRPr sz="1800"/>
            </a:lvl6pPr>
            <a:lvl7pPr marL="5486262" indent="0">
              <a:buNone/>
              <a:defRPr sz="1800"/>
            </a:lvl7pPr>
            <a:lvl8pPr marL="6400640" indent="0">
              <a:buNone/>
              <a:defRPr sz="1800"/>
            </a:lvl8pPr>
            <a:lvl9pPr marL="7315018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72F8E7-A5F2-882D-03E9-08954BF1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B97B99-264F-4845-B155-B92EF902B48F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C4B666-6E75-9B33-BBA5-75BC0343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7A25F-4109-E292-6511-5A4AD51E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68F5F-44E9-4ACE-A294-C9E47A6A043B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358491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434" y="9601201"/>
            <a:ext cx="14630400" cy="113347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9434" y="1225550"/>
            <a:ext cx="14630400" cy="8229600"/>
          </a:xfrm>
        </p:spPr>
        <p:txBody>
          <a:bodyPr rtlCol="0">
            <a:normAutofit/>
          </a:bodyPr>
          <a:lstStyle>
            <a:lvl1pPr marL="0" indent="0">
              <a:buNone/>
              <a:defRPr sz="6400"/>
            </a:lvl1pPr>
            <a:lvl2pPr marL="914378" indent="0">
              <a:buNone/>
              <a:defRPr sz="5600"/>
            </a:lvl2pPr>
            <a:lvl3pPr marL="1828754" indent="0">
              <a:buNone/>
              <a:defRPr sz="4800"/>
            </a:lvl3pPr>
            <a:lvl4pPr marL="2743132" indent="0">
              <a:buNone/>
              <a:defRPr sz="4000"/>
            </a:lvl4pPr>
            <a:lvl5pPr marL="3657508" indent="0">
              <a:buNone/>
              <a:defRPr sz="4000"/>
            </a:lvl5pPr>
            <a:lvl6pPr marL="4571886" indent="0">
              <a:buNone/>
              <a:defRPr sz="4000"/>
            </a:lvl6pPr>
            <a:lvl7pPr marL="5486262" indent="0">
              <a:buNone/>
              <a:defRPr sz="4000"/>
            </a:lvl7pPr>
            <a:lvl8pPr marL="6400640" indent="0">
              <a:buNone/>
              <a:defRPr sz="4000"/>
            </a:lvl8pPr>
            <a:lvl9pPr marL="7315018" indent="0">
              <a:buNone/>
              <a:defRPr sz="4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9434" y="10734677"/>
            <a:ext cx="14630400" cy="1609726"/>
          </a:xfrm>
        </p:spPr>
        <p:txBody>
          <a:bodyPr/>
          <a:lstStyle>
            <a:lvl1pPr marL="0" indent="0">
              <a:buNone/>
              <a:defRPr sz="2800"/>
            </a:lvl1pPr>
            <a:lvl2pPr marL="914378" indent="0">
              <a:buNone/>
              <a:defRPr sz="2400"/>
            </a:lvl2pPr>
            <a:lvl3pPr marL="1828754" indent="0">
              <a:buNone/>
              <a:defRPr sz="2000"/>
            </a:lvl3pPr>
            <a:lvl4pPr marL="2743132" indent="0">
              <a:buNone/>
              <a:defRPr sz="1800"/>
            </a:lvl4pPr>
            <a:lvl5pPr marL="3657508" indent="0">
              <a:buNone/>
              <a:defRPr sz="1800"/>
            </a:lvl5pPr>
            <a:lvl6pPr marL="4571886" indent="0">
              <a:buNone/>
              <a:defRPr sz="1800"/>
            </a:lvl6pPr>
            <a:lvl7pPr marL="5486262" indent="0">
              <a:buNone/>
              <a:defRPr sz="1800"/>
            </a:lvl7pPr>
            <a:lvl8pPr marL="6400640" indent="0">
              <a:buNone/>
              <a:defRPr sz="1800"/>
            </a:lvl8pPr>
            <a:lvl9pPr marL="7315018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AA6144E-381C-0424-C95F-014FB546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FB2ECE-7CD7-45B3-AA3E-A721A93B86CE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A40B923-5F79-2BF9-C0C4-9B13200C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4BA6D9-A076-D6CE-060E-209B910F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B75638-926D-4580-8137-E47DD2CAB20C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343738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F628F-89C9-3ACC-69F3-3295BC08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8057F4-3C70-48EB-A142-387B893E7DEC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D652-BD44-CA1D-4F8A-BFE5494A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95BF9-DB9F-334A-BF41-38071F3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9626CB-1369-4884-9683-A008F3443238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27261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8400" y="549281"/>
            <a:ext cx="54864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549281"/>
            <a:ext cx="160528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DF880-D811-B9D5-7B93-6F6E44D1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C94EBE-B01E-4387-B463-9F66D12EB506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D2A18-E324-CB76-C4BF-FBB87A4A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14CD-FF77-7F49-A314-52472423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8E63F1-C5D7-4BF1-84BE-789F9C1F6327}" type="slidenum">
              <a:rPr lang="en-US" altLang="sl-SI"/>
              <a:pPr/>
              <a:t>‹#›</a:t>
            </a:fld>
            <a:endParaRPr lang="en-US" altLang="sl-SI"/>
          </a:p>
        </p:txBody>
      </p:sp>
    </p:spTree>
    <p:extLst>
      <p:ext uri="{BB962C8B-B14F-4D97-AF65-F5344CB8AC3E}">
        <p14:creationId xmlns:p14="http://schemas.microsoft.com/office/powerpoint/2010/main" val="208460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C8F2D65-71A6-D23B-D584-A2DDF3DF226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768604" y="549278"/>
            <a:ext cx="20396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l-SI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3C482AB-6CBE-EEBA-0B83-381738A360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2682881"/>
            <a:ext cx="21945600" cy="956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l-SI"/>
              <a:t>Click to edit Master text styles</a:t>
            </a:r>
          </a:p>
          <a:p>
            <a:pPr lvl="1"/>
            <a:r>
              <a:rPr lang="en-US" altLang="sl-SI"/>
              <a:t>Second level</a:t>
            </a:r>
          </a:p>
          <a:p>
            <a:pPr lvl="2"/>
            <a:r>
              <a:rPr lang="en-US" altLang="sl-SI"/>
              <a:t>Third level</a:t>
            </a:r>
          </a:p>
          <a:p>
            <a:pPr lvl="3"/>
            <a:r>
              <a:rPr lang="en-US" altLang="sl-SI"/>
              <a:t>Fourth level</a:t>
            </a:r>
          </a:p>
          <a:p>
            <a:pPr lvl="4"/>
            <a:r>
              <a:rPr lang="en-US" altLang="sl-SI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117BB-4547-3849-868B-4B794CC6E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9200" y="12712705"/>
            <a:ext cx="5689600" cy="730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898989"/>
                </a:solidFill>
                <a:latin typeface="Verdana" panose="020B0604030504040204" pitchFamily="34" charset="0"/>
              </a:defRPr>
            </a:lvl1pPr>
          </a:lstStyle>
          <a:p>
            <a:fld id="{7A487F69-5EE5-4C2C-BF32-AA8EC27CC614}" type="datetime1">
              <a:rPr lang="en-US" altLang="sl-SI"/>
              <a:pPr/>
              <a:t>1/16/2026</a:t>
            </a:fld>
            <a:endParaRPr lang="en-US" alt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213E3-6E4D-A452-CB6E-C34A6CE75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31200" y="12712705"/>
            <a:ext cx="7721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75000"/>
                  </a:schemeClr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02632-2D30-1B01-99D8-BCEC7C16C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38838" y="12617453"/>
            <a:ext cx="1346200" cy="80327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00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fld id="{1238C577-F54C-4BB9-B0EC-85F5CF9BA66C}" type="slidenum">
              <a:rPr lang="en-US" altLang="sl-SI"/>
              <a:pPr/>
              <a:t>‹#›</a:t>
            </a:fld>
            <a:endParaRPr lang="en-US" altLang="sl-S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8" rtl="0" eaLnBrk="1" fontAlgn="base" hangingPunct="1">
        <a:spcBef>
          <a:spcPct val="0"/>
        </a:spcBef>
        <a:spcAft>
          <a:spcPct val="0"/>
        </a:spcAft>
        <a:defRPr sz="6400" kern="1200">
          <a:solidFill>
            <a:schemeClr val="tx1"/>
          </a:solidFill>
          <a:latin typeface="Verdana"/>
          <a:ea typeface="ヒラギノ角ゴ Pro W3" charset="0"/>
          <a:cs typeface="Verdana"/>
        </a:defRPr>
      </a:lvl1pPr>
      <a:lvl2pPr algn="l" defTabSz="914378" rtl="0" eaLnBrk="1" fontAlgn="base" hangingPunct="1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Verdana" charset="0"/>
          <a:ea typeface="ヒラギノ角ゴ Pro W3" charset="0"/>
          <a:cs typeface="Verdana" charset="0"/>
        </a:defRPr>
      </a:lvl2pPr>
      <a:lvl3pPr algn="l" defTabSz="914378" rtl="0" eaLnBrk="1" fontAlgn="base" hangingPunct="1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Verdana" charset="0"/>
          <a:ea typeface="ヒラギノ角ゴ Pro W3" charset="0"/>
          <a:cs typeface="Verdana" charset="0"/>
        </a:defRPr>
      </a:lvl3pPr>
      <a:lvl4pPr algn="l" defTabSz="914378" rtl="0" eaLnBrk="1" fontAlgn="base" hangingPunct="1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Verdana" charset="0"/>
          <a:ea typeface="ヒラギノ角ゴ Pro W3" charset="0"/>
          <a:cs typeface="Verdana" charset="0"/>
        </a:defRPr>
      </a:lvl4pPr>
      <a:lvl5pPr algn="l" defTabSz="914378" rtl="0" eaLnBrk="1" fontAlgn="base" hangingPunct="1">
        <a:spcBef>
          <a:spcPct val="0"/>
        </a:spcBef>
        <a:spcAft>
          <a:spcPct val="0"/>
        </a:spcAft>
        <a:defRPr sz="6400">
          <a:solidFill>
            <a:schemeClr val="tx1"/>
          </a:solidFill>
          <a:latin typeface="Verdana" charset="0"/>
          <a:ea typeface="ヒラギノ角ゴ Pro W3" charset="0"/>
          <a:cs typeface="Verdana" charset="0"/>
        </a:defRPr>
      </a:lvl5pPr>
      <a:lvl6pPr marL="914378" algn="ctr" defTabSz="914378" rtl="0" eaLnBrk="1" fontAlgn="base" hangingPunct="1"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828754" algn="ctr" defTabSz="914378" rtl="0" eaLnBrk="1" fontAlgn="base" hangingPunct="1"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2743132" algn="ctr" defTabSz="914378" rtl="0" eaLnBrk="1" fontAlgn="base" hangingPunct="1"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3657508" algn="ctr" defTabSz="914378" rtl="0" eaLnBrk="1" fontAlgn="base" hangingPunct="1"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685782" indent="-685782" algn="l" defTabSz="914378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Verdana"/>
          <a:ea typeface="ヒラギノ角ゴ Pro W3" charset="0"/>
          <a:cs typeface="Verdana"/>
        </a:defRPr>
      </a:lvl1pPr>
      <a:lvl2pPr marL="1485864" indent="-571488" algn="l" defTabSz="914378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400" kern="1200">
          <a:solidFill>
            <a:schemeClr val="tx1"/>
          </a:solidFill>
          <a:latin typeface="Verdana"/>
          <a:ea typeface="Verdana"/>
          <a:cs typeface="Verdana"/>
        </a:defRPr>
      </a:lvl2pPr>
      <a:lvl3pPr marL="2285942" indent="-457188" algn="l" defTabSz="914378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Verdana"/>
          <a:ea typeface="Verdana"/>
          <a:cs typeface="Verdana"/>
        </a:defRPr>
      </a:lvl3pPr>
      <a:lvl4pPr marL="3200320" indent="-457188" algn="l" defTabSz="914378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400" kern="1200">
          <a:solidFill>
            <a:schemeClr val="tx1"/>
          </a:solidFill>
          <a:latin typeface="Verdana"/>
          <a:ea typeface="Verdana"/>
          <a:cs typeface="Verdana"/>
        </a:defRPr>
      </a:lvl4pPr>
      <a:lvl5pPr marL="4114698" indent="-457188" algn="l" defTabSz="914378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4400" kern="1200">
          <a:solidFill>
            <a:schemeClr val="tx1"/>
          </a:solidFill>
          <a:latin typeface="Verdana"/>
          <a:ea typeface="Verdana"/>
          <a:cs typeface="Verdana"/>
        </a:defRPr>
      </a:lvl5pPr>
      <a:lvl6pPr marL="5029074" indent="-457188" algn="l" defTabSz="914378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452" indent="-457188" algn="l" defTabSz="914378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828" indent="-457188" algn="l" defTabSz="914378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206" indent="-457188" algn="l" defTabSz="914378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8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54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132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508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886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262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640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018" algn="l" defTabSz="91437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>
            <a:extLst>
              <a:ext uri="{FF2B5EF4-FFF2-40B4-BE49-F238E27FC236}">
                <a16:creationId xmlns:a16="http://schemas.microsoft.com/office/drawing/2014/main" id="{8AD6A746-3BFA-70DF-AA6F-362EAC2C1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747" y="5448302"/>
            <a:ext cx="9799666" cy="652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s-ES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  <a:t>Anja </a:t>
            </a:r>
            <a:r>
              <a:rPr lang="es-ES" altLang="sl-SI" sz="4400" dirty="0" err="1">
                <a:solidFill>
                  <a:schemeClr val="bg1"/>
                </a:solidFill>
                <a:latin typeface="Verdana" panose="020B0604030504040204" pitchFamily="34" charset="0"/>
              </a:rPr>
              <a:t>Abramovič</a:t>
            </a:r>
            <a:endParaRPr lang="es-ES" altLang="sl-SI" sz="4400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s-ES" altLang="sl-SI" sz="4400" dirty="0" err="1">
                <a:solidFill>
                  <a:schemeClr val="bg1"/>
                </a:solidFill>
                <a:latin typeface="Verdana" panose="020B0604030504040204" pitchFamily="34" charset="0"/>
              </a:rPr>
              <a:t>Ožbej</a:t>
            </a:r>
            <a:r>
              <a:rPr lang="es-ES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s-ES" altLang="sl-SI" sz="4400" dirty="0" err="1">
                <a:solidFill>
                  <a:schemeClr val="bg1"/>
                </a:solidFill>
                <a:latin typeface="Verdana" panose="020B0604030504040204" pitchFamily="34" charset="0"/>
              </a:rPr>
              <a:t>Kresal</a:t>
            </a:r>
            <a:endParaRPr lang="es-ES" altLang="sl-SI" sz="4400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s-ES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  <a:t>Matej </a:t>
            </a:r>
            <a:r>
              <a:rPr lang="es-ES" altLang="sl-SI" sz="4400" dirty="0" err="1">
                <a:solidFill>
                  <a:schemeClr val="bg1"/>
                </a:solidFill>
                <a:latin typeface="Verdana" panose="020B0604030504040204" pitchFamily="34" charset="0"/>
              </a:rPr>
              <a:t>Rupnik</a:t>
            </a:r>
            <a:endParaRPr lang="es-ES" altLang="sl-SI" sz="4400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s-ES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  <a:t>Urban </a:t>
            </a:r>
            <a:r>
              <a:rPr lang="es-ES" altLang="sl-SI" sz="4400" dirty="0" err="1">
                <a:solidFill>
                  <a:schemeClr val="bg1"/>
                </a:solidFill>
                <a:latin typeface="Verdana" panose="020B0604030504040204" pitchFamily="34" charset="0"/>
              </a:rPr>
              <a:t>Vesel</a:t>
            </a:r>
            <a:br>
              <a:rPr lang="sk-SK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r>
              <a:rPr lang="en-US" altLang="sl-SI" sz="4400" dirty="0">
                <a:solidFill>
                  <a:schemeClr val="bg1"/>
                </a:solidFill>
                <a:latin typeface="Verdana" panose="020B0604030504040204" pitchFamily="34" charset="0"/>
              </a:rPr>
              <a:t>-</a:t>
            </a:r>
          </a:p>
          <a:p>
            <a:pPr eaLnBrk="1" hangingPunct="1"/>
            <a:r>
              <a:rPr lang="en-GB" altLang="sl-SI" sz="4200" b="1" dirty="0">
                <a:solidFill>
                  <a:schemeClr val="bg1"/>
                </a:solidFill>
                <a:latin typeface="Verdana" panose="020B0604030504040204" pitchFamily="34" charset="0"/>
              </a:rPr>
              <a:t>Simulation of zebrafish group behaviour using a</a:t>
            </a:r>
          </a:p>
          <a:p>
            <a:pPr eaLnBrk="1" hangingPunct="1"/>
            <a:r>
              <a:rPr lang="en-GB" altLang="sl-SI" sz="4200" b="1" dirty="0">
                <a:solidFill>
                  <a:schemeClr val="bg1"/>
                </a:solidFill>
                <a:latin typeface="Verdana" panose="020B0604030504040204" pitchFamily="34" charset="0"/>
              </a:rPr>
              <a:t>stochastic vision-based model</a:t>
            </a:r>
          </a:p>
          <a:p>
            <a:pPr eaLnBrk="1" hangingPunct="1"/>
            <a:endParaRPr lang="en-GB" altLang="sl-SI" sz="3600" b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GB" altLang="sl-SI" sz="3600" dirty="0">
                <a:solidFill>
                  <a:schemeClr val="bg1"/>
                </a:solidFill>
                <a:latin typeface="Verdana" panose="020B0604030504040204" pitchFamily="34" charset="0"/>
              </a:rPr>
              <a:t>based on work by Collignon et al.</a:t>
            </a:r>
            <a:endParaRPr lang="en-US" altLang="sl-SI" sz="36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99B033-FA05-9718-4D13-4ED9AEAA7770}"/>
              </a:ext>
            </a:extLst>
          </p:cNvPr>
          <p:cNvSpPr txBox="1">
            <a:spLocks/>
          </p:cNvSpPr>
          <p:nvPr/>
        </p:nvSpPr>
        <p:spPr>
          <a:xfrm>
            <a:off x="3493007" y="11223628"/>
            <a:ext cx="2487169" cy="860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102">
                <a:solidFill>
                  <a:schemeClr val="bg1"/>
                </a:solidFill>
                <a:cs typeface="Verdana"/>
              </a:rPr>
              <a:t>January 2026</a:t>
            </a:r>
            <a:endParaRPr lang="en-US" sz="2102" b="1" dirty="0">
              <a:solidFill>
                <a:schemeClr val="bg1"/>
              </a:solidFill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CD57-8840-A3A1-78E4-642DAD3B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3166CE-13F4-9071-F002-C89665C20BC3}"/>
              </a:ext>
            </a:extLst>
          </p:cNvPr>
          <p:cNvSpPr/>
          <p:nvPr/>
        </p:nvSpPr>
        <p:spPr>
          <a:xfrm>
            <a:off x="2768602" y="3313206"/>
            <a:ext cx="8186400" cy="8184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3600" dirty="0"/>
          </a:p>
        </p:txBody>
      </p:sp>
      <p:sp>
        <p:nvSpPr>
          <p:cNvPr id="18433" name="Title 1">
            <a:extLst>
              <a:ext uri="{FF2B5EF4-FFF2-40B4-BE49-F238E27FC236}">
                <a16:creationId xmlns:a16="http://schemas.microsoft.com/office/drawing/2014/main" id="{AF6C55E0-5823-9B81-6492-0856761F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sl-SI" sz="4000" dirty="0">
                <a:latin typeface="Verdana" panose="020B0604030504040204" pitchFamily="34" charset="0"/>
                <a:ea typeface="ヒラギノ角ゴ Pro W3" pitchFamily="123" charset="-128"/>
              </a:rPr>
              <a:t>Verifying the model – Homogeneous environments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21AE589-FCF3-22AE-07F4-E636A4E56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6703" y="3313206"/>
            <a:ext cx="9638886" cy="81840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7B82-31CB-9232-49BD-924A8F47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288629" y="12619039"/>
            <a:ext cx="904878" cy="803278"/>
          </a:xfrm>
        </p:spPr>
        <p:txBody>
          <a:bodyPr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1485864" indent="-5714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2285942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3200320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4114698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5029074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5943452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6857828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7772206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A585C0-C0F6-4FE0-9405-C7564E54447D}" type="slidenum">
              <a:rPr lang="en-US" altLang="sl-SI" sz="2000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2</a:t>
            </a:fld>
            <a:endParaRPr lang="en-US" altLang="sl-SI" sz="2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67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DC92-1459-6D32-729A-F10A2CF0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676E49-8362-B9DD-F26D-DCCD4FE4F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703" y="3313207"/>
            <a:ext cx="9638886" cy="81840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AA4DC8-9787-BC45-4EC6-82FA680C9698}"/>
              </a:ext>
            </a:extLst>
          </p:cNvPr>
          <p:cNvSpPr/>
          <p:nvPr/>
        </p:nvSpPr>
        <p:spPr>
          <a:xfrm>
            <a:off x="2768602" y="3313206"/>
            <a:ext cx="8186400" cy="8184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sz="3600" dirty="0"/>
          </a:p>
        </p:txBody>
      </p:sp>
      <p:sp>
        <p:nvSpPr>
          <p:cNvPr id="18433" name="Title 1">
            <a:extLst>
              <a:ext uri="{FF2B5EF4-FFF2-40B4-BE49-F238E27FC236}">
                <a16:creationId xmlns:a16="http://schemas.microsoft.com/office/drawing/2014/main" id="{680E2712-983C-ED2C-06D3-B07181EB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sl-SI" sz="4000" dirty="0">
                <a:latin typeface="Verdana" panose="020B0604030504040204" pitchFamily="34" charset="0"/>
                <a:ea typeface="ヒラギノ角ゴ Pro W3" pitchFamily="123" charset="-128"/>
              </a:rPr>
              <a:t>Verifying the model – Heterogeneous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D1B9-8679-B04B-8461-641EDA6F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293391" y="12617453"/>
            <a:ext cx="895350" cy="803278"/>
          </a:xfrm>
        </p:spPr>
        <p:txBody>
          <a:bodyPr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1485864" indent="-5714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2285942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3200320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4114698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5029074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5943452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6857828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7772206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A585C0-C0F6-4FE0-9405-C7564E54447D}" type="slidenum">
              <a:rPr lang="en-US" altLang="sl-SI" sz="2000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3</a:t>
            </a:fld>
            <a:endParaRPr lang="en-US" altLang="sl-SI" sz="2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C635-2BEE-4E9D-F785-6D68B722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5643F79-D20F-DA08-C56B-54E822FE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sl-SI" sz="4000" dirty="0">
                <a:latin typeface="Verdana" panose="020B0604030504040204" pitchFamily="34" charset="0"/>
                <a:ea typeface="ヒラギノ角ゴ Pro W3" pitchFamily="123" charset="-128"/>
              </a:rPr>
              <a:t>Model improvement: Irregular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CC861-C9B6-DDAA-D8D1-EFCF7EF6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288625" y="12617453"/>
            <a:ext cx="904874" cy="803278"/>
          </a:xfrm>
        </p:spPr>
        <p:txBody>
          <a:bodyPr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1485864" indent="-5714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2285942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3200320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4114698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5029074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5943452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6857828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7772206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A585C0-C0F6-4FE0-9405-C7564E54447D}" type="slidenum">
              <a:rPr lang="en-US" altLang="sl-SI" sz="2000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4</a:t>
            </a:fld>
            <a:endParaRPr lang="en-US" altLang="sl-SI" sz="2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9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AD10-D4AB-5800-F032-F88738F44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B3ED9B88-2C05-7ABD-91D9-E62C5350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sl-SI" sz="4000" dirty="0">
                <a:latin typeface="Verdana" panose="020B0604030504040204" pitchFamily="34" charset="0"/>
                <a:ea typeface="ヒラギノ角ゴ Pro W3" pitchFamily="123" charset="-128"/>
              </a:rPr>
              <a:t>Interactive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D05A-F574-87CC-DAE0-AEE25D5B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293391" y="12617453"/>
            <a:ext cx="904874" cy="803278"/>
          </a:xfrm>
        </p:spPr>
        <p:txBody>
          <a:bodyPr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1485864" indent="-5714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2285942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3200320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4114698" indent="-457188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5029074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5943452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6857828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7772206" indent="-457188" defTabSz="914378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A585C0-C0F6-4FE0-9405-C7564E54447D}" type="slidenum">
              <a:rPr lang="en-US" altLang="sl-SI" sz="2000">
                <a:solidFill>
                  <a:schemeClr val="bg1"/>
                </a:solidFill>
                <a:latin typeface="Verdana" panose="020B0604030504040204" pitchFamily="34" charset="0"/>
              </a:rPr>
              <a:pPr eaLnBrk="1" hangingPunct="1"/>
              <a:t>5</a:t>
            </a:fld>
            <a:endParaRPr lang="en-US" altLang="sl-SI" sz="2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53461"/>
      </p:ext>
    </p:extLst>
  </p:cSld>
  <p:clrMapOvr>
    <a:masterClrMapping/>
  </p:clrMapOvr>
</p:sld>
</file>

<file path=ppt/theme/theme1.xml><?xml version="1.0" encoding="utf-8"?>
<a:theme xmlns:a="http://schemas.openxmlformats.org/drawingml/2006/main" name="FRI-profesorji-vec-01">
  <a:themeElements>
    <a:clrScheme name="FRIbarve">
      <a:dk1>
        <a:srgbClr val="000000"/>
      </a:dk1>
      <a:lt1>
        <a:sysClr val="window" lastClr="FFFFFF"/>
      </a:lt1>
      <a:dk2>
        <a:srgbClr val="B4162C"/>
      </a:dk2>
      <a:lt2>
        <a:srgbClr val="FFFFFF"/>
      </a:lt2>
      <a:accent1>
        <a:srgbClr val="ED1C24"/>
      </a:accent1>
      <a:accent2>
        <a:srgbClr val="F04923"/>
      </a:accent2>
      <a:accent3>
        <a:srgbClr val="92278F"/>
      </a:accent3>
      <a:accent4>
        <a:srgbClr val="2E3192"/>
      </a:accent4>
      <a:accent5>
        <a:srgbClr val="00ACD9"/>
      </a:accent5>
      <a:accent6>
        <a:srgbClr val="6CBE45"/>
      </a:accent6>
      <a:hlink>
        <a:srgbClr val="0000FF"/>
      </a:hlink>
      <a:folHlink>
        <a:srgbClr val="800080"/>
      </a:folHlink>
    </a:clrScheme>
    <a:fontScheme name="Verdana">
      <a:majorFont>
        <a:latin typeface="Verdana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FRI-VecProfesorjev</Template>
  <TotalTime>70</TotalTime>
  <Words>54</Words>
  <Application>Microsoft Office PowerPoint</Application>
  <PresentationFormat>Custom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Verdana</vt:lpstr>
      <vt:lpstr>FRI-profesorji-vec-01</vt:lpstr>
      <vt:lpstr>PowerPoint Presentation</vt:lpstr>
      <vt:lpstr>Verifying the model – Homogeneous environments</vt:lpstr>
      <vt:lpstr>Verifying the model – Heterogeneous environments</vt:lpstr>
      <vt:lpstr>Model improvement: Irregular environments</vt:lpstr>
      <vt:lpstr>Interactive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ozbej.kresal@sestg.sc-nm.si</dc:creator>
  <cp:lastModifiedBy>ozbej.kresal@sestg.sc-nm.si</cp:lastModifiedBy>
  <cp:revision>6</cp:revision>
  <dcterms:created xsi:type="dcterms:W3CDTF">2026-01-16T16:39:23Z</dcterms:created>
  <dcterms:modified xsi:type="dcterms:W3CDTF">2026-01-16T18:46:59Z</dcterms:modified>
</cp:coreProperties>
</file>